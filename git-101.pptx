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Everyone should have the trts-git-101 repo cloned before we start (README has the clone URL). We'll do every step live, together, on real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017520"/>
            <a:ext cx="274320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017520"/>
            <a:ext cx="0" cy="-123444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1783080"/>
            <a:ext cx="14630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3017520"/>
            <a:ext cx="0" cy="123444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4251960"/>
            <a:ext cx="146304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09660" y="294894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32620" y="294894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47020" y="294894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52860" y="294894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32620" y="171450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95660" y="171450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32620" y="418338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95660" y="4183380"/>
            <a:ext cx="137160" cy="137160"/>
          </a:xfrm>
          <a:prstGeom prst="ellipse">
            <a:avLst/>
          </a:prstGeom>
          <a:solidFill>
            <a:srgbClr val="0B202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1874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TRTS INTERNAL SESSION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1945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101</a:t>
            </a:r>
            <a:endParaRPr lang="en-US" sz="6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20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commit to conflict to merge — live, hands-on, no magic.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5943600" cy="0"/>
          </a:xfrm>
          <a:prstGeom prst="line">
            <a:avLst/>
          </a:prstGeom>
          <a:noFill/>
          <a:ln w="12700">
            <a:solidFill>
              <a:srgbClr val="2A41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 &amp; Tilen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92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repo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trts-git-101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in 60 minutes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short parts, each one hands-on — everybody does every step on their own clone.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git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91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2585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825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&amp; commit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2549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472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392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pull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39242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14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9593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&amp; PR/MR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95935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74650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63640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169164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10744200" y="169164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23134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2313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2585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10744200" y="225856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28803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263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282549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</a:t>
            </a:r>
            <a:endParaRPr lang="en-US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10744200" y="282549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63640" y="3447288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A89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263640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33924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co-authors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10744200" y="339242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7548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0B20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2960" y="47548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cheat sheet — every command from today, in one page, yours to keep.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needs no server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69580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920240"/>
            <a:ext cx="48463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82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Your machine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584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happens here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4846320" cy="3291840"/>
          </a:xfrm>
          <a:prstGeom prst="roundRect">
            <a:avLst>
              <a:gd name="adj" fmla="val 2500"/>
            </a:avLst>
          </a:prstGeom>
          <a:solidFill>
            <a:srgbClr val="F4F7F7"/>
          </a:solidFill>
          <a:ln w="19050">
            <a:solidFill>
              <a:srgbClr val="8A9A9D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6858000" y="31821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9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GitHub / GitLab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5844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involved yet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40680" y="3566160"/>
            <a:ext cx="1280160" cy="0"/>
          </a:xfrm>
          <a:prstGeom prst="line">
            <a:avLst/>
          </a:prstGeom>
          <a:noFill/>
          <a:ln w="28575">
            <a:solidFill>
              <a:srgbClr val="8A9A9D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40680" y="32735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(only once you push)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2331720"/>
            <a:ext cx="4114800" cy="2514600"/>
          </a:xfrm>
          <a:prstGeom prst="roundRect">
            <a:avLst>
              <a:gd name="adj" fmla="val 2909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170432" y="2514600"/>
            <a:ext cx="3602736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scratch-demo &amp;&amp; cd scratch-demo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"hello" &gt; note.txt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note.txt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"first commit"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F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real history. no account, no internet.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“repo” is just a folder Git remembers history for.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here: an AI agent can draft a whole batch of changes and nothing is shared until you choose to push — review and rollback happen entirely offline, first.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&amp; the local ↔ remote split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53628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10312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496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898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github.com/.../trts-git-101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0" y="2103120"/>
            <a:ext cx="420624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06640" y="24963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28986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trts-git-101/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83480" y="2880360"/>
            <a:ext cx="2194560" cy="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983480" y="25877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96112" y="4160520"/>
            <a:ext cx="10369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&lt;url&gt; trts-git-101 &amp;&amp; cd trts-git-101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 https://github.com/.../trts-git-101.git (fetch)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  https://github.com/.../trts-git-101.git (push)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55778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9536" y="5724144"/>
            <a:ext cx="10442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SPLIT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59536" y="6016752"/>
            <a:ext cx="1044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“origin” is just a nickname for that URL. Every edit, add, and commit you make next stays 100% local — right up until git push.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→ commit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37676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148840"/>
            <a:ext cx="31089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898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edited file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0" y="2148840"/>
            <a:ext cx="31089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2898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503920" y="2148840"/>
            <a:ext cx="31089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95360" y="2496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595360" y="2898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03320" y="2880360"/>
            <a:ext cx="777240" cy="0"/>
          </a:xfrm>
          <a:prstGeom prst="line">
            <a:avLst/>
          </a:prstGeom>
          <a:noFill/>
          <a:ln w="28575">
            <a:solidFill>
              <a:srgbClr val="516367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80960" y="2880360"/>
            <a:ext cx="777240" cy="0"/>
          </a:xfrm>
          <a:prstGeom prst="line">
            <a:avLst/>
          </a:prstGeom>
          <a:noFill/>
          <a:ln w="28575">
            <a:solidFill>
              <a:srgbClr val="51636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3977640"/>
            <a:ext cx="6858000" cy="1828800"/>
          </a:xfrm>
          <a:prstGeom prst="roundRect">
            <a:avLst>
              <a:gd name="adj" fmla="val 400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04672" y="4160520"/>
            <a:ext cx="63459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diff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playlist.md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a song"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635240" y="3977640"/>
            <a:ext cx="39776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54696" y="4123944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.GITIGNORE, WHILE WE'RE HERE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854696" y="4416552"/>
            <a:ext cx="35387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of patterns for files that should never even reach git add — build output, secrets, OS junk.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pull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21724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286000"/>
            <a:ext cx="43891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machine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401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commits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949440" y="2286000"/>
            <a:ext cx="43891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4015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history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257800" y="2880360"/>
            <a:ext cx="1645920" cy="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257800" y="25877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3611880"/>
            <a:ext cx="-1600200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858000" y="3319272"/>
            <a:ext cx="-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42416" y="5038344"/>
            <a:ext cx="10076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THING TO SAY OUT LOUD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5330952"/>
            <a:ext cx="10076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is really fetch (download what's new) + merge (weave it into your branch), done in one step. Everyone pulls now and watches everyone else's commit show up.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then a pull / merge request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5772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834640"/>
            <a:ext cx="5852160" cy="0"/>
          </a:xfrm>
          <a:prstGeom prst="line">
            <a:avLst/>
          </a:prstGeom>
          <a:noFill/>
          <a:ln w="31750">
            <a:solidFill>
              <a:srgbClr val="51636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834640"/>
            <a:ext cx="0" cy="-86868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965960"/>
            <a:ext cx="32004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9808" y="276148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276148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276148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01968" y="276148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18688" y="189280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7488" y="189280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19088" y="1892808"/>
            <a:ext cx="146304" cy="146304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971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your-name/add-song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23760" y="1965960"/>
            <a:ext cx="4480560" cy="2377440"/>
          </a:xfrm>
          <a:prstGeom prst="roundRect">
            <a:avLst>
              <a:gd name="adj" fmla="val 3077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479792" y="2148840"/>
            <a:ext cx="396849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switch -c you/add-song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playlist.md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"Add song"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you/add-song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" y="4855464"/>
            <a:ext cx="5047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68096" y="5148072"/>
            <a:ext cx="504748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“Pull request” — here's a branch, please review it, then merge it into main.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63640" y="470916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83096" y="4855464"/>
            <a:ext cx="5001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GITLAB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83096" y="5148072"/>
            <a:ext cx="50017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“Merge request” — same idea, same flow, different vendor's name for it.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merge conflict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89820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965960"/>
            <a:ext cx="5623560" cy="1051560"/>
          </a:xfrm>
          <a:prstGeom prst="roundRect">
            <a:avLst>
              <a:gd name="adj" fmla="val 6957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2148840"/>
            <a:ext cx="51114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0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exercise/conflict-a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merge exercise/conflict-b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CONFLICT (content): playlist.md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623560" cy="2011680"/>
          </a:xfrm>
          <a:prstGeom prst="roundRect">
            <a:avLst>
              <a:gd name="adj" fmla="val 2727"/>
            </a:avLst>
          </a:prstGeom>
          <a:solidFill>
            <a:srgbClr val="0B20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31927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Daft Punk — One More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3630168"/>
            <a:ext cx="5532120" cy="310896"/>
          </a:xfrm>
          <a:prstGeom prst="rect">
            <a:avLst/>
          </a:prstGeom>
          <a:solidFill>
            <a:srgbClr val="2A201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3630168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B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941064"/>
            <a:ext cx="5532120" cy="310896"/>
          </a:xfrm>
          <a:prstGeom prst="rect">
            <a:avLst/>
          </a:prstGeom>
          <a:solidFill>
            <a:srgbClr val="0F2A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3941064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CF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Daft Punk — Get Lucky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" y="4251960"/>
            <a:ext cx="5532120" cy="310896"/>
          </a:xfrm>
          <a:prstGeom prst="rect">
            <a:avLst/>
          </a:prstGeom>
          <a:solidFill>
            <a:srgbClr val="2A201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4672" y="425196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B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4360" y="4562856"/>
            <a:ext cx="5532120" cy="310896"/>
          </a:xfrm>
          <a:prstGeom prst="rect">
            <a:avLst/>
          </a:prstGeom>
          <a:solidFill>
            <a:srgbClr val="2A141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672" y="4562856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38A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Queen — Don't Stop Me Now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4873752"/>
            <a:ext cx="5532120" cy="310896"/>
          </a:xfrm>
          <a:prstGeom prst="rect">
            <a:avLst/>
          </a:prstGeom>
          <a:solidFill>
            <a:srgbClr val="2A201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4873752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B2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exercise/conflict-b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1965960"/>
            <a:ext cx="5166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11696" y="2112264"/>
            <a:ext cx="4727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 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711696" y="2404872"/>
            <a:ext cx="4727448" cy="410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three marker lines. Keep one line, blend both, or write something new — there's no wrong answer as long as the markers are gone.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playlist.md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commit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conflict isn't Git being broken. It's Git correctly refusing to guess — two humans changed the same spot, so only a human decides what it says now.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3868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main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88720" y="2926080"/>
            <a:ext cx="3291840" cy="0"/>
          </a:xfrm>
          <a:prstGeom prst="line">
            <a:avLst/>
          </a:prstGeom>
          <a:noFill/>
          <a:ln w="28575">
            <a:solidFill>
              <a:srgbClr val="51636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2926080"/>
            <a:ext cx="0" cy="-77724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20240" y="2148840"/>
            <a:ext cx="1463040" cy="777240"/>
          </a:xfrm>
          <a:prstGeom prst="line">
            <a:avLst/>
          </a:prstGeom>
          <a:noFill/>
          <a:ln w="28575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014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5166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6606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8902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198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51660" y="208026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merge commit joins the two lines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0" y="2926080"/>
            <a:ext cx="402336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662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958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89254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1550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53846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269980" y="2857500"/>
            <a:ext cx="137160" cy="137160"/>
          </a:xfrm>
          <a:prstGeom prst="ellipse">
            <a:avLst/>
          </a:prstGeom>
          <a:solidFill>
            <a:srgbClr val="F4F7F7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40233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straight, readable line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8096" y="5038344"/>
            <a:ext cx="10625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 THAT MATTERS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768096" y="5330952"/>
            <a:ext cx="106253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rebase a branch someone else has already pulled — you'd be rewriting history out from under them. On your own not-yet-shared branch, it's the cleaner choice.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Reverting a mistake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57916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6939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743200"/>
            <a:ext cx="8046720" cy="0"/>
          </a:xfrm>
          <a:prstGeom prst="line">
            <a:avLst/>
          </a:prstGeom>
          <a:noFill/>
          <a:ln w="25400">
            <a:solidFill>
              <a:srgbClr val="8A9A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" y="2642616"/>
            <a:ext cx="201168" cy="201168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288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34056" y="2642616"/>
            <a:ext cx="201168" cy="201168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1168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62856" y="2642616"/>
            <a:ext cx="201168" cy="201168"/>
          </a:xfrm>
          <a:prstGeom prst="ellipse">
            <a:avLst/>
          </a:prstGeom>
          <a:solidFill>
            <a:srgbClr val="F4F7F7"/>
          </a:solidFill>
          <a:ln w="25400">
            <a:solidFill>
              <a:srgbClr val="5163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3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playlist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65976" y="2642616"/>
            <a:ext cx="201168" cy="201168"/>
          </a:xfrm>
          <a:prstGeom prst="ellipse">
            <a:avLst/>
          </a:prstGeom>
          <a:solidFill>
            <a:srgbClr val="C2410C"/>
          </a:solidFill>
          <a:ln w="254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✖ oops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51976" y="2642616"/>
            <a:ext cx="201168" cy="201168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2926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revert ✔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3566160"/>
            <a:ext cx="9875520" cy="1234440"/>
          </a:xfrm>
          <a:prstGeom prst="roundRect">
            <a:avLst>
              <a:gd name="adj" fmla="val 5926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1170432" y="3749040"/>
            <a:ext cx="93634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revert &lt;the-bad-commit-hash&gt;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14400" y="502920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133856" y="5175504"/>
            <a:ext cx="4315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5468112"/>
            <a:ext cx="43159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NEW commit that undoes an old one. History stays intact — safe even after pushing.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852160" y="502920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71616" y="5175504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RESET --HARD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071616" y="5468112"/>
            <a:ext cx="4498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Rewinds and throws history away. Only ever on commits nobody else has pulled yet.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crediting an AI co-author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41964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10312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5400000">
              <a:srgbClr val="1B2733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" y="2286000"/>
            <a:ext cx="5888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7F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"Fix playlist formatting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Co-authored-by: Claude &lt;noreply@anthropic.com&gt;"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160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trailer is already in this repo's history — check git log -1 on the playlist.md commit.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2103120"/>
            <a:ext cx="44805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E2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43216" y="2249424"/>
            <a:ext cx="4041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🏅 WHAT IT DOES ON GITHUB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542032"/>
            <a:ext cx="4041648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Co-authored-by: trailer makes that author show up as a contributor on the repo. On a real GitHub account, it also counts toward their contribution graph — there's even an achievement badge, “Pair Extraordinaire,” for it.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honest way to say: I didn't write 100% of this alone.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lives in CHEATSHEET.md in the repo.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138160" y="502920"/>
            <a:ext cx="3072384" cy="0"/>
          </a:xfrm>
          <a:prstGeom prst="line">
            <a:avLst/>
          </a:prstGeom>
          <a:noFill/>
          <a:ln w="19050">
            <a:solidFill>
              <a:srgbClr val="D7E2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701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8106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6510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49156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33204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7252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01300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85348" y="461772"/>
            <a:ext cx="82296" cy="82296"/>
          </a:xfrm>
          <a:prstGeom prst="ellipse">
            <a:avLst/>
          </a:prstGeom>
          <a:solidFill>
            <a:srgbClr val="F4F7F7"/>
          </a:solidFill>
          <a:ln w="15875">
            <a:solidFill>
              <a:srgbClr val="8A9A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41964" y="43434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621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8A9A9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101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solidFill>
            <a:srgbClr val="EAF1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1554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/ git clone &lt;url&gt;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1554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repo locally / copy one from a remote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/ git diff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2011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/ exactly what changed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468880"/>
            <a:ext cx="11064240" cy="457200"/>
          </a:xfrm>
          <a:prstGeom prst="rect">
            <a:avLst/>
          </a:prstGeom>
          <a:solidFill>
            <a:srgbClr val="EAF1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468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a change for the next commit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926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926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staged snapshot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solidFill>
            <a:srgbClr val="EAF1F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/ git pull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383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commits up / bring + merge new ones down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&lt;name&gt;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394960" y="38404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move to a new branch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solidFill>
            <a:srgbClr val="EAF1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4297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&lt;branch&gt;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2976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another branch's commits in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394960" y="47548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your commits on the latest main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solidFill>
            <a:srgbClr val="EAF1F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77240" y="5212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&lt;commit&gt;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94960" y="5212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one commit, safely, with a new commit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669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8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--oneline --graph --all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394960" y="56692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3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shape of history, readably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break something (safely).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you used today is a muscle — it only sticks if you use it again this week.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4069080"/>
            <a:ext cx="5943600" cy="0"/>
          </a:xfrm>
          <a:prstGeom prst="line">
            <a:avLst/>
          </a:prstGeom>
          <a:noFill/>
          <a:ln w="12700">
            <a:solidFill>
              <a:srgbClr val="2A41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Repo: trts-git-101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663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Handout: CHEATSHEET.md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anytime after today too.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A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Ines &amp; Tilen · Git 101 · TRTS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2026-09-08T06:52:09Z</dcterms:created>
  <dcterms:modified xsi:type="dcterms:W3CDTF">2026-09-08T06:52:09Z</dcterms:modified>
</cp:coreProperties>
</file>